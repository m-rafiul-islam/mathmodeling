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Mathematical Modeling with Differential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Math 4370.01 – Math Modeling of Natural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Understand what a mathematical model is</a:t>
            </a:r>
          </a:p>
          <a:p>
            <a:pPr/>
            <a:r>
              <a:rPr sz="2000"/>
              <a:t>Translate real-world processes into differential equations</a:t>
            </a:r>
          </a:p>
          <a:p>
            <a:pPr/>
            <a:r>
              <a:rPr sz="2000"/>
              <a:t>Classify ODEs (order, linearity, autonomous vs. non-autonomous)</a:t>
            </a:r>
          </a:p>
          <a:p>
            <a:pPr/>
            <a:r>
              <a:rPr sz="2000"/>
              <a:t>Interpret solutions qualitatively (equilibria, stability)</a:t>
            </a:r>
          </a:p>
          <a:p>
            <a:pPr/>
            <a:r>
              <a:rPr sz="2000"/>
              <a:t>Apply models to natural/physical 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What Is a Mathematical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A simplified mathematical description of a real system</a:t>
            </a:r>
          </a:p>
          <a:p>
            <a:pPr/>
            <a:r>
              <a:rPr sz="2000"/>
              <a:t>Steps: Observe -&gt; Assume -&gt; Formulate -&gt; Solve -&gt; Validate</a:t>
            </a:r>
          </a:p>
          <a:p>
            <a:pPr/>
            <a:r>
              <a:rPr sz="2000"/>
              <a:t>Differential equations model rates of change (population growth, cooling, motion, chemical reactions)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Why Differential Equations?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Natural processes change continuously over time/space</a:t>
            </a:r>
          </a:p>
          <a:p>
            <a:pPr/>
            <a:r>
              <a:rPr sz="2000"/>
              <a:t>DEs relate a quantity to its rate of change: dy/dt = f(t, y)</a:t>
            </a:r>
          </a:p>
          <a:p>
            <a:pPr/>
            <a:r>
              <a:rPr sz="2000"/>
              <a:t>Powerful tool for prediction and understanding mechanisms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Classifying Differential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Order: highest derivative present (1st order, 2nd order...)</a:t>
            </a:r>
          </a:p>
          <a:p>
            <a:pPr/>
            <a:r>
              <a:rPr sz="2000"/>
              <a:t>Linear vs. Nonlinear</a:t>
            </a:r>
          </a:p>
          <a:p>
            <a:pPr/>
            <a:r>
              <a:rPr sz="2000"/>
              <a:t>Autonomous (dy/dt = f(y)) vs. Non-autonomous (dy/dt = f(t, y))</a:t>
            </a:r>
          </a:p>
          <a:p>
            <a:pPr/>
            <a:r>
              <a:rPr sz="2000"/>
              <a:t>ODE vs. PDE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Example 1: Exponential Growth/Decay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Model: dP/dt = kP</a:t>
            </a:r>
          </a:p>
          <a:p>
            <a:pPr/>
            <a:r>
              <a:rPr sz="2000"/>
              <a:t>Solution: P(t) = P0 e^(kt)</a:t>
            </a:r>
          </a:p>
          <a:p>
            <a:pPr/>
            <a:r>
              <a:rPr sz="2000"/>
              <a:t>Applications: population growth, radioactive decay, compound interest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Example 2: Logistic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Model: dP/dt = rP(1 - P/K)</a:t>
            </a:r>
          </a:p>
          <a:p>
            <a:pPr/>
            <a:r>
              <a:rPr sz="2000"/>
              <a:t>Accounts for carrying capacity K</a:t>
            </a:r>
          </a:p>
          <a:p>
            <a:pPr/>
            <a:r>
              <a:rPr sz="2000"/>
              <a:t>Equilibria: P = 0 (unstable), P = K (stable)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Example 3: Newton's Law of Cooling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Model: dT/dt = -k(T - T_env)</a:t>
            </a:r>
          </a:p>
          <a:p>
            <a:pPr/>
            <a:r>
              <a:rPr sz="2000"/>
              <a:t>Solution: T(t) = T_env + (T0 - T_env) e^(-kt)</a:t>
            </a:r>
          </a:p>
          <a:p>
            <a:pPr/>
            <a:r>
              <a:rPr sz="2000"/>
              <a:t>Application: cooling coffee, forensic time-of-death estimation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Qualitative Analysis: Equilibria &amp;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Equilibrium solutions: where dy/dt = 0</a:t>
            </a:r>
          </a:p>
          <a:p>
            <a:pPr/>
            <a:r>
              <a:rPr sz="2000"/>
              <a:t>Stability via phase line analysis</a:t>
            </a:r>
          </a:p>
          <a:p>
            <a:pPr/>
            <a:r>
              <a:rPr sz="2000"/>
              <a:t>Sign of derivative tells direction of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Systems of Differential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Predator-Prey (Lotka-Volterra) model: dx/dt = ax - bxy, dy/dt = -cy + dxy</a:t>
            </a:r>
          </a:p>
          <a:p>
            <a:pPr/>
            <a:r>
              <a:rPr sz="2000"/>
              <a:t>Introduces interacting quantities and equilibrium 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Modeling Process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Define variables &amp; parameters</a:t>
            </a:r>
          </a:p>
          <a:p>
            <a:pPr/>
            <a:r>
              <a:rPr sz="2000"/>
              <a:t>State assumptions</a:t>
            </a:r>
          </a:p>
          <a:p>
            <a:pPr/>
            <a:r>
              <a:rPr sz="2000"/>
              <a:t>Write governing equation(s)</a:t>
            </a:r>
          </a:p>
          <a:p>
            <a:pPr/>
            <a:r>
              <a:rPr sz="2000"/>
              <a:t>Solve analytically/numerically</a:t>
            </a:r>
          </a:p>
          <a:p>
            <a:pPr/>
            <a:r>
              <a:rPr sz="2000"/>
              <a:t>Interpret &amp; validate against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In-Class Activity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Given a real process (e.g., spread of a rumor, drug concentration in blood), have students set up the DE</a:t>
            </a:r>
          </a:p>
          <a:p>
            <a:pPr/>
            <a:r>
              <a:rPr sz="2000"/>
              <a:t>Discuss assumptions and limitations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DEs are essential tools for modeling natural processes</a:t>
            </a:r>
          </a:p>
          <a:p>
            <a:pPr/>
            <a:r>
              <a:rPr sz="2000"/>
              <a:t>Key models: exponential, logistic, cooling, predator-prey</a:t>
            </a:r>
          </a:p>
          <a:p>
            <a:pPr/>
            <a:r>
              <a:rPr sz="2000"/>
              <a:t>Next class: solving techniques (separation of variables, numerical methods)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